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"/>
  </p:sldMasterIdLst>
  <p:sldIdLst>
    <p:sldId id="256" r:id="rId1"/>
    <p:sldId id="257" r:id="rId2"/>
    <p:sldId id="258" r:id="rId3"/>
    <p:sldId id="259" r:id="rId4"/>
    <p:sldId id="260" r:id="rId5"/>
    <p:sldId id="261" r:id="rId6"/>
  </p:sldIdLst>
  <p:sldSz cx="9144000" cy="6858000" type="screen4x3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>
          <a:xfrm>
            <a:off x="457200" y="365760"/>
            <a:ext cx="8229600" cy="6400800"/>
          </a:xfrm>
          <a:prstGeom prst="rect">
            <a:avLst/>
          </a:prstGeom>
        </p:spPr>
        <p:txBody>
          <a:bodyPr/>
          <a:lstStyle/>
          <a:p>
            <a:r>
              <a:rPr lang="en-US" sz="2800" dirty="0"/>
              <a:t>CXone lab bridge notes</a:t>
            </a:r>
          </a:p>
          <a:p>
            <a:r>
              <a:rPr lang="en-US" sz="1600" dirty="0"/>
              <a:t>Independent, free, learning-only study material. It respects every vendor. Trademarks belong to their owners. There is no affiliation and no endorsement. Removal or correction: https://cyphermonkeylabs.com/#contact. Nothing is sold. The author is happy to volunteer.</a:t>
            </a:r>
          </a:p>
          <a:p>
            <a:r>
              <a:rPr lang="en-US" sz="1600" dirty="0"/>
              <a:t>https://cyphermonkeylabs.com · https://github.com/CypherMonkeyLabs · https://linktr.ee/cyphermonkey · https://github.com/CypherMonkeyLabs/nice-cxone-lab-free-university-mesmerizing</a:t>
            </a:r>
          </a:p>
          <a:p>
            <a:r>
              <a:rPr lang="en-US" sz="1600" dirty="0"/>
              <a:t>© 2026 CypherMonkeyLabs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>
          <a:xfrm>
            <a:off x="457200" y="365760"/>
            <a:ext cx="8229600" cy="6400800"/>
          </a:xfrm>
          <a:prstGeom prst="rect">
            <a:avLst/>
          </a:prstGeom>
        </p:spPr>
        <p:txBody>
          <a:bodyPr/>
          <a:lstStyle/>
          <a:p>
            <a:r>
              <a:rPr lang="en-US" sz="2800" dirty="0"/>
              <a:t>Cisco UCCE and UCCX</a:t>
            </a:r>
          </a:p>
          <a:p>
            <a:r>
              <a:rPr lang="en-US" sz="1600" dirty="0"/>
              <a:t>The third-party ACD page names point-to-point WFM for Cisco UCCE and Cisco UCCX.</a:t>
            </a:r>
          </a:p>
          <a:p>
            <a:r>
              <a:rPr lang="en-US" sz="1600" dirty="0"/>
              <a:t>Those integrations require Advanced Services.</a:t>
            </a:r>
          </a:p>
          <a:p>
            <a:r>
              <a:rPr lang="en-US" sz="1600" dirty="0"/>
              <a:t>The UCCE WFM connector and Multi-ACD recording are different products.</a:t>
            </a:r>
          </a:p>
          <a:p>
            <a:r>
              <a:rPr lang="en-US" sz="1600" dirty="0"/>
              <a:t>Sources and go deeper: Third-Party ACDs, last checked 2026-10.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>
          <a:xfrm>
            <a:off x="457200" y="365760"/>
            <a:ext cx="8229600" cy="6400800"/>
          </a:xfrm>
          <a:prstGeom prst="rect">
            <a:avLst/>
          </a:prstGeom>
        </p:spPr>
        <p:txBody>
          <a:bodyPr/>
          <a:lstStyle/>
          <a:p>
            <a:r>
              <a:rPr lang="en-US" sz="2800" dirty="0"/>
              <a:t>Genesys</a:t>
            </a:r>
          </a:p>
          <a:p>
            <a:r>
              <a:rPr lang="en-US" sz="1600" dirty="0"/>
              <a:t>Genesys is not in the WFM third-party ACD list this lab opened.</a:t>
            </a:r>
          </a:p>
          <a:p>
            <a:r>
              <a:rPr lang="en-US" sz="1600" dirty="0"/>
              <a:t>A separate page prepares Genesys T-Lib with SIPREC for Multi-ACD recording.</a:t>
            </a:r>
          </a:p>
          <a:p>
            <a:r>
              <a:rPr lang="en-US" sz="1600" dirty="0"/>
              <a:t>That is recording, not a WFM cutover.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>
          <a:xfrm>
            <a:off x="457200" y="365760"/>
            <a:ext cx="8229600" cy="6400800"/>
          </a:xfrm>
          <a:prstGeom prst="rect">
            <a:avLst/>
          </a:prstGeom>
        </p:spPr>
        <p:txBody>
          <a:bodyPr/>
          <a:lstStyle/>
          <a:p>
            <a:r>
              <a:rPr lang="en-US" sz="2800" dirty="0"/>
              <a:t>Amazon Connect</a:t>
            </a:r>
          </a:p>
          <a:p>
            <a:r>
              <a:rPr lang="en-US" sz="1600" dirty="0"/>
              <a:t>Recording import, the WFM connector, and Multi-ACD prepare are three different pages.</a:t>
            </a:r>
          </a:p>
          <a:p>
            <a:r>
              <a:rPr lang="en-US" sz="1600" dirty="0"/>
              <a:t>The WFM connector reads Kinesis and S3 and does not write back.</a:t>
            </a:r>
          </a:p>
          <a:p>
            <a:r>
              <a:rPr lang="en-US" sz="1600" dirty="0"/>
              <a:t>Users on the recording page need an email address.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>
          <a:xfrm>
            <a:off x="457200" y="365760"/>
            <a:ext cx="8229600" cy="6400800"/>
          </a:xfrm>
          <a:prstGeom prst="rect">
            <a:avLst/>
          </a:prstGeom>
        </p:spPr>
        <p:txBody>
          <a:bodyPr/>
          <a:lstStyle/>
          <a:p>
            <a:r>
              <a:rPr lang="en-US" sz="2800" dirty="0"/>
              <a:t>Five9 and Webex Contact Center</a:t>
            </a:r>
          </a:p>
          <a:p>
            <a:r>
              <a:rPr lang="en-US" sz="1600" dirty="0"/>
              <a:t>No page this lab opened names a Five9 connector.</a:t>
            </a:r>
          </a:p>
          <a:p>
            <a:r>
              <a:rPr lang="en-US" sz="1600" dirty="0"/>
              <a:t>No page this lab opened names a Webex Contact Center connector.</a:t>
            </a:r>
          </a:p>
          <a:p>
            <a:r>
              <a:rPr lang="en-US" sz="1600" dirty="0"/>
              <a:t>Both are confirm. No URL is attached.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>
          <a:xfrm>
            <a:off x="457200" y="365760"/>
            <a:ext cx="8229600" cy="6400800"/>
          </a:xfrm>
          <a:prstGeom prst="rect">
            <a:avLst/>
          </a:prstGeom>
        </p:spPr>
        <p:txBody>
          <a:bodyPr/>
          <a:lstStyle/>
          <a:p>
            <a:r>
              <a:rPr lang="en-US" sz="2800" dirty="0"/>
              <a:t>Sources and go deeper</a:t>
            </a:r>
          </a:p>
          <a:p>
            <a:r>
              <a:rPr lang="en-US" sz="1600" dirty="0"/>
              <a:t>Opened NiCE help pages are linked from the HTML sheets.</a:t>
            </a:r>
          </a:p>
          <a:p>
            <a:r>
              <a:rPr lang="en-US" sz="1600" dirty="0"/>
              <a:t>A direct open that failed is marked confirm and has no URL.</a:t>
            </a:r>
          </a:p>
          <a:p>
            <a:r>
              <a:rPr lang="en-US" sz="1600" dirty="0"/>
              <a:t>https://cyphermonkeylabs.com · https://github.com/CypherMonkeyLabs · https://linktr.ee/cyphermonkey · https://github.com/CypherMonkeyLabs/nice-cxone-lab-free-university-mesmerizing</a:t>
            </a:r>
          </a:p>
          <a:p>
            <a:r>
              <a:rPr lang="en-US" sz="1600" dirty="0"/>
              <a:t>Last checked 2026-10.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b">
  <a:themeElements>
    <a:clrScheme name="Lab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b">
      <a:majorFont>
        <a:latin typeface="Calibri"/>
      </a:majorFont>
      <a:minorFont>
        <a:latin typeface="Calibri"/>
      </a:minorFont>
    </a:fontScheme>
    <a:fmtScheme name="Lab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CypherMonkey Labs study file</Application>
</Properties>
</file>

<file path=docProps/core.xml><?xml version="1.0" encoding="utf-8"?>
<cp:coreProperties xmlns:cp="http://schemas.openxmlformats.org/package/2006/metadata/core-properties" xmlns:dc="http://purl.org/dc/elements/1.1/">
  <dc:title>CXone lab bridge notes</dc:title>
  <dc:creator>CypherMonkey Labs</dc:creator>
</cp:coreProperties>
</file>